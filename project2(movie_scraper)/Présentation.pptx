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0E30"/>
    <a:srgbClr val="201341"/>
    <a:srgbClr val="2C1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11AD-BF7D-4F23-8020-89BE4614506A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B9EB-3EC2-455B-B6DE-19E785AF59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9432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11AD-BF7D-4F23-8020-89BE4614506A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B9EB-3EC2-455B-B6DE-19E785AF59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2581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11AD-BF7D-4F23-8020-89BE4614506A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B9EB-3EC2-455B-B6DE-19E785AF59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1753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11AD-BF7D-4F23-8020-89BE4614506A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B9EB-3EC2-455B-B6DE-19E785AF59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2127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11AD-BF7D-4F23-8020-89BE4614506A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B9EB-3EC2-455B-B6DE-19E785AF59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6751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11AD-BF7D-4F23-8020-89BE4614506A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B9EB-3EC2-455B-B6DE-19E785AF59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2010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11AD-BF7D-4F23-8020-89BE4614506A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B9EB-3EC2-455B-B6DE-19E785AF59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891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11AD-BF7D-4F23-8020-89BE4614506A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B9EB-3EC2-455B-B6DE-19E785AF59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16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11AD-BF7D-4F23-8020-89BE4614506A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B9EB-3EC2-455B-B6DE-19E785AF59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8421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11AD-BF7D-4F23-8020-89BE4614506A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B9EB-3EC2-455B-B6DE-19E785AF59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0040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11AD-BF7D-4F23-8020-89BE4614506A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B9EB-3EC2-455B-B6DE-19E785AF59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8484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111AD-BF7D-4F23-8020-89BE4614506A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BB9EB-3EC2-455B-B6DE-19E785AF59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1064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2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2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33866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364" y="415637"/>
            <a:ext cx="2881745" cy="14865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35200" y="2059711"/>
            <a:ext cx="7934036" cy="923634"/>
          </a:xfrm>
          <a:prstGeom prst="rect">
            <a:avLst/>
          </a:prstGeom>
          <a:solidFill>
            <a:srgbClr val="180E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0" dirty="0" smtClean="0">
                <a:latin typeface="Consolas" panose="020B0609020204030204" pitchFamily="49" charset="0"/>
              </a:rPr>
              <a:t>TOP 10 MOVIES</a:t>
            </a:r>
            <a:endParaRPr lang="fr-FR" sz="6000" dirty="0"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35200" y="3161377"/>
            <a:ext cx="7934036" cy="923634"/>
          </a:xfrm>
          <a:prstGeom prst="rect">
            <a:avLst/>
          </a:prstGeom>
          <a:solidFill>
            <a:srgbClr val="180E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SCRAPER PROJECT</a:t>
            </a:r>
            <a:endParaRPr lang="fr-FR" sz="6000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" b="3687"/>
          <a:stretch/>
        </p:blipFill>
        <p:spPr>
          <a:xfrm>
            <a:off x="3833092" y="5237019"/>
            <a:ext cx="4461164" cy="1274618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41" y="4422080"/>
            <a:ext cx="2402776" cy="528611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897" y="4422080"/>
            <a:ext cx="2006667" cy="511503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244" y="4427892"/>
            <a:ext cx="1759865" cy="563935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789" y="4422079"/>
            <a:ext cx="3465957" cy="56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612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7730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73" y="1054934"/>
            <a:ext cx="6350326" cy="123831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43" y="2714588"/>
            <a:ext cx="6343976" cy="142882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42" y="4795373"/>
            <a:ext cx="6369377" cy="125736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891" y="851734"/>
            <a:ext cx="4562763" cy="565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826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3" y="397165"/>
            <a:ext cx="6520870" cy="603134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278" y="212885"/>
            <a:ext cx="4784750" cy="3402701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278" y="3200401"/>
            <a:ext cx="4889595" cy="341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4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29" y="628073"/>
            <a:ext cx="6443595" cy="574501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12000" y="628073"/>
            <a:ext cx="4802909" cy="519083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 smtClean="0">
                <a:latin typeface="Consolas" panose="020B0609020204030204" pitchFamily="49" charset="0"/>
              </a:rPr>
              <a:t>Main </a:t>
            </a:r>
            <a:r>
              <a:rPr lang="fr-FR" sz="1600" dirty="0" err="1" smtClean="0">
                <a:latin typeface="Consolas" panose="020B0609020204030204" pitchFamily="49" charset="0"/>
              </a:rPr>
              <a:t>Function</a:t>
            </a:r>
            <a:r>
              <a:rPr lang="fr-FR" sz="1600" dirty="0" smtClean="0">
                <a:latin typeface="Consolas" panose="020B0609020204030204" pitchFamily="49" charset="0"/>
              </a:rPr>
              <a:t> Breakdown 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 err="1" smtClean="0">
                <a:latin typeface="Consolas" panose="020B0609020204030204" pitchFamily="49" charset="0"/>
              </a:rPr>
              <a:t>Initiqlizes</a:t>
            </a:r>
            <a:r>
              <a:rPr lang="fr-FR" sz="1600" dirty="0" smtClean="0">
                <a:latin typeface="Consolas" panose="020B0609020204030204" pitchFamily="49" charset="0"/>
              </a:rPr>
              <a:t> </a:t>
            </a:r>
            <a:r>
              <a:rPr lang="fr-FR" sz="1600" dirty="0" err="1" smtClean="0">
                <a:latin typeface="Consolas" panose="020B0609020204030204" pitchFamily="49" charset="0"/>
              </a:rPr>
              <a:t>MongoDB</a:t>
            </a:r>
            <a:r>
              <a:rPr lang="fr-FR" sz="1600" dirty="0" smtClean="0">
                <a:latin typeface="Consolas" panose="020B0609020204030204" pitchFamily="49" charset="0"/>
              </a:rPr>
              <a:t> </a:t>
            </a:r>
            <a:r>
              <a:rPr lang="fr-FR" sz="1600" dirty="0" err="1" smtClean="0">
                <a:latin typeface="Consolas" panose="020B0609020204030204" pitchFamily="49" charset="0"/>
              </a:rPr>
              <a:t>connection</a:t>
            </a:r>
            <a:r>
              <a:rPr lang="fr-FR" sz="1600" dirty="0" smtClean="0">
                <a:latin typeface="Consolas" panose="020B0609020204030204" pitchFamily="49" charset="0"/>
              </a:rPr>
              <a:t> via </a:t>
            </a:r>
            <a:r>
              <a:rPr lang="fr-FR" sz="1600" dirty="0" err="1" smtClean="0">
                <a:latin typeface="Consolas" panose="020B0609020204030204" pitchFamily="49" charset="0"/>
              </a:rPr>
              <a:t>MongoDBManager</a:t>
            </a:r>
            <a:r>
              <a:rPr lang="fr-FR" sz="1600" dirty="0" smtClean="0">
                <a:latin typeface="Consolas" panose="020B0609020204030204" pitchFamily="49" charset="0"/>
              </a:rPr>
              <a:t>().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 err="1" smtClean="0">
                <a:latin typeface="Consolas" panose="020B0609020204030204" pitchFamily="49" charset="0"/>
              </a:rPr>
              <a:t>Creqte</a:t>
            </a:r>
            <a:r>
              <a:rPr lang="fr-FR" sz="1600" dirty="0" smtClean="0">
                <a:latin typeface="Consolas" panose="020B0609020204030204" pitchFamily="49" charset="0"/>
              </a:rPr>
              <a:t> </a:t>
            </a:r>
            <a:r>
              <a:rPr lang="fr-FR" sz="1600" dirty="0" err="1" smtClean="0">
                <a:latin typeface="Consolas" panose="020B0609020204030204" pitchFamily="49" charset="0"/>
              </a:rPr>
              <a:t>MovieManager</a:t>
            </a:r>
            <a:r>
              <a:rPr lang="fr-FR" sz="1600" dirty="0" smtClean="0">
                <a:latin typeface="Consolas" panose="020B0609020204030204" pitchFamily="49" charset="0"/>
              </a:rPr>
              <a:t> instance </a:t>
            </a:r>
            <a:r>
              <a:rPr lang="fr-FR" sz="1600" dirty="0" err="1" smtClean="0">
                <a:latin typeface="Consolas" panose="020B0609020204030204" pitchFamily="49" charset="0"/>
              </a:rPr>
              <a:t>linked</a:t>
            </a:r>
            <a:r>
              <a:rPr lang="fr-FR" sz="1600" dirty="0" smtClean="0">
                <a:latin typeface="Consolas" panose="020B0609020204030204" pitchFamily="49" charset="0"/>
              </a:rPr>
              <a:t> to the DB.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 err="1" smtClean="0">
                <a:latin typeface="Consolas" panose="020B0609020204030204" pitchFamily="49" charset="0"/>
              </a:rPr>
              <a:t>Add</a:t>
            </a:r>
            <a:r>
              <a:rPr lang="fr-FR" sz="1600" dirty="0" smtClean="0">
                <a:latin typeface="Consolas" panose="020B0609020204030204" pitchFamily="49" charset="0"/>
              </a:rPr>
              <a:t> scrapers : </a:t>
            </a:r>
            <a:r>
              <a:rPr lang="fr-FR" sz="1600" dirty="0" err="1" smtClean="0">
                <a:latin typeface="Consolas" panose="020B0609020204030204" pitchFamily="49" charset="0"/>
              </a:rPr>
              <a:t>IMDBScraper</a:t>
            </a:r>
            <a:r>
              <a:rPr lang="fr-FR" sz="1600" dirty="0" smtClean="0">
                <a:latin typeface="Consolas" panose="020B0609020204030204" pitchFamily="49" charset="0"/>
              </a:rPr>
              <a:t> (</a:t>
            </a:r>
            <a:r>
              <a:rPr lang="fr-FR" sz="1600" dirty="0" err="1" smtClean="0">
                <a:latin typeface="Consolas" panose="020B0609020204030204" pitchFamily="49" charset="0"/>
              </a:rPr>
              <a:t>lmits</a:t>
            </a:r>
            <a:r>
              <a:rPr lang="fr-FR" sz="1600" dirty="0" smtClean="0">
                <a:latin typeface="Consolas" panose="020B0609020204030204" pitchFamily="49" charset="0"/>
              </a:rPr>
              <a:t> to 15  </a:t>
            </a:r>
            <a:r>
              <a:rPr lang="fr-FR" sz="1600" dirty="0" err="1" smtClean="0">
                <a:latin typeface="Consolas" panose="020B0609020204030204" pitchFamily="49" charset="0"/>
              </a:rPr>
              <a:t>movies</a:t>
            </a:r>
            <a:r>
              <a:rPr lang="fr-FR" sz="1600" dirty="0" smtClean="0">
                <a:latin typeface="Consolas" panose="020B0609020204030204" pitchFamily="49" charset="0"/>
              </a:rPr>
              <a:t>) and </a:t>
            </a:r>
            <a:r>
              <a:rPr lang="fr-FR" sz="1600" dirty="0" err="1" smtClean="0">
                <a:latin typeface="Consolas" panose="020B0609020204030204" pitchFamily="49" charset="0"/>
              </a:rPr>
              <a:t>optionally</a:t>
            </a:r>
            <a:r>
              <a:rPr lang="fr-FR" sz="1600" dirty="0" smtClean="0">
                <a:latin typeface="Consolas" panose="020B0609020204030204" pitchFamily="49" charset="0"/>
              </a:rPr>
              <a:t> </a:t>
            </a:r>
            <a:r>
              <a:rPr lang="fr-FR" sz="1600" dirty="0" err="1" smtClean="0">
                <a:latin typeface="Consolas" panose="020B0609020204030204" pitchFamily="49" charset="0"/>
              </a:rPr>
              <a:t>TMDBAScraper</a:t>
            </a:r>
            <a:r>
              <a:rPr lang="fr-FR" sz="1600" dirty="0" smtClean="0">
                <a:latin typeface="Consolas" panose="020B0609020204030204" pitchFamily="49" charset="0"/>
              </a:rPr>
              <a:t> (</a:t>
            </a:r>
            <a:r>
              <a:rPr lang="fr-FR" sz="1600" dirty="0" err="1" smtClean="0">
                <a:latin typeface="Consolas" panose="020B0609020204030204" pitchFamily="49" charset="0"/>
              </a:rPr>
              <a:t>limits</a:t>
            </a:r>
            <a:r>
              <a:rPr lang="fr-FR" sz="1600" dirty="0" smtClean="0">
                <a:latin typeface="Consolas" panose="020B0609020204030204" pitchFamily="49" charset="0"/>
              </a:rPr>
              <a:t> to 10).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 err="1" smtClean="0">
                <a:latin typeface="Consolas" panose="020B0609020204030204" pitchFamily="49" charset="0"/>
              </a:rPr>
              <a:t>Execute</a:t>
            </a:r>
            <a:r>
              <a:rPr lang="fr-FR" sz="1600" dirty="0" smtClean="0">
                <a:latin typeface="Consolas" panose="020B0609020204030204" pitchFamily="49" charset="0"/>
              </a:rPr>
              <a:t> </a:t>
            </a:r>
            <a:r>
              <a:rPr lang="fr-FR" sz="1600" dirty="0" err="1" smtClean="0">
                <a:latin typeface="Consolas" panose="020B0609020204030204" pitchFamily="49" charset="0"/>
              </a:rPr>
              <a:t>scrape_and_save</a:t>
            </a:r>
            <a:r>
              <a:rPr lang="fr-FR" sz="1600" dirty="0" smtClean="0">
                <a:latin typeface="Consolas" panose="020B0609020204030204" pitchFamily="49" charset="0"/>
              </a:rPr>
              <a:t>() to </a:t>
            </a:r>
            <a:r>
              <a:rPr lang="fr-FR" sz="1600" dirty="0" err="1" smtClean="0">
                <a:latin typeface="Consolas" panose="020B0609020204030204" pitchFamily="49" charset="0"/>
              </a:rPr>
              <a:t>fetch</a:t>
            </a:r>
            <a:r>
              <a:rPr lang="fr-FR" sz="1600" dirty="0" smtClean="0">
                <a:latin typeface="Consolas" panose="020B0609020204030204" pitchFamily="49" charset="0"/>
              </a:rPr>
              <a:t> and store data.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 err="1" smtClean="0">
                <a:latin typeface="Consolas" panose="020B0609020204030204" pitchFamily="49" charset="0"/>
              </a:rPr>
              <a:t>Runs</a:t>
            </a:r>
            <a:r>
              <a:rPr lang="fr-FR" sz="1600" dirty="0" smtClean="0">
                <a:latin typeface="Consolas" panose="020B0609020204030204" pitchFamily="49" charset="0"/>
              </a:rPr>
              <a:t> </a:t>
            </a:r>
            <a:r>
              <a:rPr lang="fr-FR" sz="1600" dirty="0" err="1" smtClean="0">
                <a:latin typeface="Consolas" panose="020B0609020204030204" pitchFamily="49" charset="0"/>
              </a:rPr>
              <a:t>display_statistics</a:t>
            </a:r>
            <a:r>
              <a:rPr lang="fr-FR" sz="1600" dirty="0" smtClean="0">
                <a:latin typeface="Consolas" panose="020B0609020204030204" pitchFamily="49" charset="0"/>
              </a:rPr>
              <a:t>() for </a:t>
            </a:r>
            <a:r>
              <a:rPr lang="fr-FR" sz="1600" dirty="0" err="1" smtClean="0">
                <a:latin typeface="Consolas" panose="020B0609020204030204" pitchFamily="49" charset="0"/>
              </a:rPr>
              <a:t>summary</a:t>
            </a:r>
            <a:r>
              <a:rPr lang="fr-FR" sz="1600" dirty="0" smtClean="0">
                <a:latin typeface="Consolas" panose="020B0609020204030204" pitchFamily="49" charset="0"/>
              </a:rPr>
              <a:t> </a:t>
            </a:r>
            <a:r>
              <a:rPr lang="fr-FR" sz="1600" dirty="0" err="1" smtClean="0">
                <a:latin typeface="Consolas" panose="020B0609020204030204" pitchFamily="49" charset="0"/>
              </a:rPr>
              <a:t>stats</a:t>
            </a:r>
            <a:r>
              <a:rPr lang="fr-FR" sz="1600" dirty="0" smtClean="0"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 smtClean="0">
                <a:latin typeface="Consolas" panose="020B0609020204030204" pitchFamily="49" charset="0"/>
              </a:rPr>
              <a:t>Calls </a:t>
            </a:r>
            <a:r>
              <a:rPr lang="fr-FR" sz="1600" dirty="0" err="1" smtClean="0">
                <a:latin typeface="Consolas" panose="020B0609020204030204" pitchFamily="49" charset="0"/>
              </a:rPr>
              <a:t>show_top_movies</a:t>
            </a:r>
            <a:r>
              <a:rPr lang="fr-FR" sz="1600" dirty="0" smtClean="0">
                <a:latin typeface="Consolas" panose="020B0609020204030204" pitchFamily="49" charset="0"/>
              </a:rPr>
              <a:t>(10) to </a:t>
            </a:r>
            <a:r>
              <a:rPr lang="fr-FR" sz="1600" dirty="0" err="1" smtClean="0">
                <a:latin typeface="Consolas" panose="020B0609020204030204" pitchFamily="49" charset="0"/>
              </a:rPr>
              <a:t>list</a:t>
            </a:r>
            <a:r>
              <a:rPr lang="fr-FR" sz="1600" dirty="0" smtClean="0">
                <a:latin typeface="Consolas" panose="020B0609020204030204" pitchFamily="49" charset="0"/>
              </a:rPr>
              <a:t> to 10 </a:t>
            </a:r>
            <a:r>
              <a:rPr lang="fr-FR" sz="1600" dirty="0" err="1" smtClean="0">
                <a:latin typeface="Consolas" panose="020B0609020204030204" pitchFamily="49" charset="0"/>
              </a:rPr>
              <a:t>movies</a:t>
            </a:r>
            <a:r>
              <a:rPr lang="fr-FR" sz="1600" dirty="0" smtClean="0">
                <a:latin typeface="Consolas" panose="020B0609020204030204" pitchFamily="49" charset="0"/>
              </a:rPr>
              <a:t> (</a:t>
            </a:r>
            <a:r>
              <a:rPr lang="fr-FR" sz="1600" dirty="0" err="1" smtClean="0">
                <a:latin typeface="Consolas" panose="020B0609020204030204" pitchFamily="49" charset="0"/>
              </a:rPr>
              <a:t>likely</a:t>
            </a:r>
            <a:r>
              <a:rPr lang="fr-FR" sz="1600" dirty="0" smtClean="0">
                <a:latin typeface="Consolas" panose="020B0609020204030204" pitchFamily="49" charset="0"/>
              </a:rPr>
              <a:t> by rating or </a:t>
            </a:r>
            <a:r>
              <a:rPr lang="fr-FR" sz="1600" dirty="0" err="1" smtClean="0">
                <a:latin typeface="Consolas" panose="020B0609020204030204" pitchFamily="49" charset="0"/>
              </a:rPr>
              <a:t>popularity</a:t>
            </a:r>
            <a:r>
              <a:rPr lang="fr-FR" sz="1600" dirty="0" smtClean="0">
                <a:latin typeface="Consolas" panose="020B0609020204030204" pitchFamily="49" charset="0"/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 smtClean="0">
                <a:latin typeface="Consolas" panose="020B0609020204030204" pitchFamily="49" charset="0"/>
              </a:rPr>
              <a:t>Closes DB </a:t>
            </a:r>
            <a:r>
              <a:rPr lang="fr-FR" sz="1600" dirty="0" err="1" smtClean="0">
                <a:latin typeface="Consolas" panose="020B0609020204030204" pitchFamily="49" charset="0"/>
              </a:rPr>
              <a:t>connection</a:t>
            </a:r>
            <a:r>
              <a:rPr lang="fr-FR" sz="1600" dirty="0" smtClean="0"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 err="1" smtClean="0">
                <a:latin typeface="Consolas" panose="020B0609020204030204" pitchFamily="49" charset="0"/>
              </a:rPr>
              <a:t>Error</a:t>
            </a:r>
            <a:r>
              <a:rPr lang="fr-FR" sz="1600" dirty="0" smtClean="0">
                <a:latin typeface="Consolas" panose="020B0609020204030204" pitchFamily="49" charset="0"/>
              </a:rPr>
              <a:t> handling: </a:t>
            </a:r>
            <a:r>
              <a:rPr lang="fr-FR" sz="1600" dirty="0" err="1" smtClean="0">
                <a:latin typeface="Consolas" panose="020B0609020204030204" pitchFamily="49" charset="0"/>
              </a:rPr>
              <a:t>Wrapped</a:t>
            </a:r>
            <a:r>
              <a:rPr lang="fr-FR" sz="1600" dirty="0" smtClean="0">
                <a:latin typeface="Consolas" panose="020B0609020204030204" pitchFamily="49" charset="0"/>
              </a:rPr>
              <a:t> in </a:t>
            </a:r>
            <a:r>
              <a:rPr lang="fr-FR" sz="1600" dirty="0" err="1" smtClean="0">
                <a:latin typeface="Consolas" panose="020B0609020204030204" pitchFamily="49" charset="0"/>
              </a:rPr>
              <a:t>try-except</a:t>
            </a:r>
            <a:r>
              <a:rPr lang="fr-FR" sz="1600" dirty="0" smtClean="0">
                <a:latin typeface="Consolas" panose="020B0609020204030204" pitchFamily="49" charset="0"/>
              </a:rPr>
              <a:t> to catch and </a:t>
            </a:r>
            <a:r>
              <a:rPr lang="fr-FR" sz="1600" dirty="0" err="1" smtClean="0">
                <a:latin typeface="Consolas" panose="020B0609020204030204" pitchFamily="49" charset="0"/>
              </a:rPr>
              <a:t>print</a:t>
            </a:r>
            <a:r>
              <a:rPr lang="fr-FR" sz="1600" dirty="0" smtClean="0">
                <a:latin typeface="Consolas" panose="020B0609020204030204" pitchFamily="49" charset="0"/>
              </a:rPr>
              <a:t> </a:t>
            </a:r>
            <a:r>
              <a:rPr lang="fr-FR" sz="1600" dirty="0" err="1" smtClean="0">
                <a:latin typeface="Consolas" panose="020B0609020204030204" pitchFamily="49" charset="0"/>
              </a:rPr>
              <a:t>error</a:t>
            </a:r>
            <a:r>
              <a:rPr lang="fr-FR" sz="1600" dirty="0" smtClean="0">
                <a:latin typeface="Consolas" panose="020B0609020204030204" pitchFamily="49" charset="0"/>
              </a:rPr>
              <a:t> </a:t>
            </a:r>
            <a:r>
              <a:rPr lang="fr-FR" sz="1600" dirty="0" err="1" smtClean="0">
                <a:latin typeface="Consolas" panose="020B0609020204030204" pitchFamily="49" charset="0"/>
              </a:rPr>
              <a:t>gracefully</a:t>
            </a:r>
            <a:r>
              <a:rPr lang="fr-FR" sz="1600" dirty="0" smtClean="0"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1600" dirty="0" smtClean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1600" dirty="0" smtClean="0">
              <a:latin typeface="Consolas" panose="020B0609020204030204" pitchFamily="49" charset="0"/>
            </a:endParaRPr>
          </a:p>
          <a:p>
            <a:endParaRPr lang="fr-F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2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6945"/>
            <a:ext cx="12192000" cy="61883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4"/>
          <a:stretch/>
        </p:blipFill>
        <p:spPr>
          <a:xfrm>
            <a:off x="397165" y="822037"/>
            <a:ext cx="6012872" cy="547716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837" y="1006763"/>
            <a:ext cx="5292436" cy="2105891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1801" y="3261366"/>
            <a:ext cx="5318507" cy="18288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174" y="5238878"/>
            <a:ext cx="5509134" cy="126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923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2747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61" y="987310"/>
            <a:ext cx="6030330" cy="5422726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880" y="756401"/>
            <a:ext cx="5204130" cy="264972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942" y="3535054"/>
            <a:ext cx="5185068" cy="175738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942" y="5421367"/>
            <a:ext cx="5099285" cy="1364486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0033" y="719945"/>
            <a:ext cx="183645" cy="595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761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6945"/>
            <a:ext cx="12192000" cy="596088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89" y="731892"/>
            <a:ext cx="6775856" cy="292570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89" y="3793404"/>
            <a:ext cx="6775856" cy="295121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745" y="596088"/>
            <a:ext cx="5089237" cy="4474676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984" y="5153891"/>
            <a:ext cx="4987998" cy="159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05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44" y="0"/>
            <a:ext cx="12053455" cy="613287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44" y="613287"/>
            <a:ext cx="6493165" cy="6009517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897" y="613288"/>
            <a:ext cx="4815503" cy="241624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617" y="3110045"/>
            <a:ext cx="4748783" cy="199766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617" y="5188226"/>
            <a:ext cx="4748783" cy="133439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7588" y="613287"/>
            <a:ext cx="328056" cy="612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758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5258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69" y="644029"/>
            <a:ext cx="6668886" cy="5941497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558" y="644029"/>
            <a:ext cx="5108369" cy="2535346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558" y="3297382"/>
            <a:ext cx="5108369" cy="1699491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558" y="5104529"/>
            <a:ext cx="5108369" cy="165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7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2"/>
            <a:ext cx="12192000" cy="387125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4" y="462001"/>
            <a:ext cx="6398526" cy="6252835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703" y="462002"/>
            <a:ext cx="5204130" cy="265989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297" y="3233638"/>
            <a:ext cx="5175536" cy="212084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548" y="5466226"/>
            <a:ext cx="5099285" cy="124861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0675" y="462001"/>
            <a:ext cx="258218" cy="614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24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43345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00" y="1104254"/>
            <a:ext cx="3657964" cy="119774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671" y="1104254"/>
            <a:ext cx="3561933" cy="119774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111" y="1104254"/>
            <a:ext cx="3393780" cy="119774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91" y="3207743"/>
            <a:ext cx="11721310" cy="350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85831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4918"/>
            <a:ext cx="6029325" cy="6193994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4918"/>
            <a:ext cx="5338618" cy="628308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8933" y="574918"/>
            <a:ext cx="204720" cy="607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030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720436" y="323273"/>
            <a:ext cx="10778837" cy="5671127"/>
          </a:xfrm>
          <a:prstGeom prst="roundRect">
            <a:avLst/>
          </a:prstGeom>
          <a:solidFill>
            <a:srgbClr val="180E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600" dirty="0" smtClean="0">
                <a:latin typeface="Consolas" panose="020B0609020204030204" pitchFamily="49" charset="0"/>
              </a:rPr>
              <a:t>THANK YOU </a:t>
            </a:r>
            <a:endParaRPr lang="fr-FR" sz="9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25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91</Words>
  <Application>Microsoft Office PowerPoint</Application>
  <PresentationFormat>Grand écran</PresentationFormat>
  <Paragraphs>13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Compte Microsoft</dc:creator>
  <cp:lastModifiedBy>Compte Microsoft</cp:lastModifiedBy>
  <cp:revision>29</cp:revision>
  <dcterms:created xsi:type="dcterms:W3CDTF">2025-12-07T14:16:04Z</dcterms:created>
  <dcterms:modified xsi:type="dcterms:W3CDTF">2025-12-07T16:44:44Z</dcterms:modified>
</cp:coreProperties>
</file>