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0212"/>
    <a:srgbClr val="09042A"/>
    <a:srgbClr val="0A0531"/>
    <a:srgbClr val="14073F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973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392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85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1196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11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170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62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69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285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5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646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B497E-EEBF-4C82-8EB7-13F40D0B98B1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B04E1-6155-4941-B9A8-5A02D0BEB4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26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2">
            <a:extLst>
              <a:ext uri="{FF2B5EF4-FFF2-40B4-BE49-F238E27FC236}">
                <a16:creationId xmlns:a16="http://schemas.microsoft.com/office/drawing/2014/main" id="{8DB261FF-3562-1347-8838-4910FBA79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89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4">
            <a:extLst>
              <a:ext uri="{FF2B5EF4-FFF2-40B4-BE49-F238E27FC236}">
                <a16:creationId xmlns:a16="http://schemas.microsoft.com/office/drawing/2014/main" id="{02329ABB-3632-8C4B-B31A-D84E1D9F3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36"/>
            <a:ext cx="12192000" cy="6858000"/>
          </a:xfrm>
          <a:prstGeom prst="rect">
            <a:avLst/>
          </a:prstGeom>
        </p:spPr>
      </p:pic>
      <p:sp>
        <p:nvSpPr>
          <p:cNvPr id="5" name="Başlık 6">
            <a:extLst>
              <a:ext uri="{FF2B5EF4-FFF2-40B4-BE49-F238E27FC236}">
                <a16:creationId xmlns:a16="http://schemas.microsoft.com/office/drawing/2014/main" id="{401F7E39-8784-C94C-B225-2D22A195A53E}"/>
              </a:ext>
            </a:extLst>
          </p:cNvPr>
          <p:cNvSpPr>
            <a:spLocks noGrp="1"/>
          </p:cNvSpPr>
          <p:nvPr/>
        </p:nvSpPr>
        <p:spPr>
          <a:xfrm>
            <a:off x="1524000" y="5080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Consolas" panose="020B0609020204030204" pitchFamily="49" charset="0"/>
              </a:rPr>
              <a:t>THE PYTHON PROJECT PRESENTATION IN POWERPOINT</a:t>
            </a:r>
            <a:endParaRPr lang="tr-TR" sz="4000" dirty="0">
              <a:latin typeface="Consolas" panose="020B0609020204030204" pitchFamily="49" charset="0"/>
            </a:endParaRPr>
          </a:p>
        </p:txBody>
      </p:sp>
      <p:sp>
        <p:nvSpPr>
          <p:cNvPr id="6" name="Alt Başlık 7">
            <a:extLst>
              <a:ext uri="{FF2B5EF4-FFF2-40B4-BE49-F238E27FC236}">
                <a16:creationId xmlns:a16="http://schemas.microsoft.com/office/drawing/2014/main" id="{77C7D31A-C619-E94A-B812-C93341E58EC9}"/>
              </a:ext>
            </a:extLst>
          </p:cNvPr>
          <p:cNvSpPr>
            <a:spLocks noGrp="1"/>
          </p:cNvSpPr>
          <p:nvPr/>
        </p:nvSpPr>
        <p:spPr>
          <a:xfrm>
            <a:off x="822036" y="454075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000" dirty="0">
                <a:latin typeface="Consolas" panose="020B0609020204030204" pitchFamily="49" charset="0"/>
              </a:rPr>
              <a:t>Fall 2</a:t>
            </a:r>
            <a:r>
              <a:rPr lang="fr-FR" sz="2000" dirty="0">
                <a:latin typeface="Consolas" panose="020B0609020204030204" pitchFamily="49" charset="0"/>
              </a:rPr>
              <a:t>025</a:t>
            </a:r>
            <a:r>
              <a:rPr lang="tr-TR" sz="2000" dirty="0">
                <a:latin typeface="Consolas" panose="020B0609020204030204" pitchFamily="49" charset="0"/>
              </a:rPr>
              <a:t>-2</a:t>
            </a:r>
            <a:r>
              <a:rPr lang="fr-FR" sz="2000" dirty="0">
                <a:latin typeface="Consolas" panose="020B0609020204030204" pitchFamily="49" charset="0"/>
              </a:rPr>
              <a:t>026</a:t>
            </a:r>
            <a:endParaRPr lang="tr-TR" sz="2000" dirty="0">
              <a:latin typeface="Consolas" panose="020B0609020204030204" pitchFamily="49" charset="0"/>
            </a:endParaRPr>
          </a:p>
          <a:p>
            <a:pPr algn="l"/>
            <a:r>
              <a:rPr lang="fr-FR" sz="2000" b="1" dirty="0" err="1">
                <a:latin typeface="Consolas" panose="020B0609020204030204" pitchFamily="49" charset="0"/>
              </a:rPr>
              <a:t>Presentator</a:t>
            </a:r>
            <a:r>
              <a:rPr lang="fr-FR" sz="2000" b="1" dirty="0">
                <a:latin typeface="Consolas" panose="020B0609020204030204" pitchFamily="49" charset="0"/>
              </a:rPr>
              <a:t> </a:t>
            </a:r>
            <a:r>
              <a:rPr lang="tr-TR" sz="2000" b="1" dirty="0">
                <a:latin typeface="Consolas" panose="020B0609020204030204" pitchFamily="49" charset="0"/>
              </a:rPr>
              <a:t>:</a:t>
            </a:r>
            <a:r>
              <a:rPr lang="fr-FR" sz="2000" b="1" dirty="0">
                <a:latin typeface="Consolas" panose="020B0609020204030204" pitchFamily="49" charset="0"/>
              </a:rPr>
              <a:t> </a:t>
            </a:r>
            <a:r>
              <a:rPr lang="fr-FR" sz="2000" b="1" dirty="0" err="1">
                <a:latin typeface="Consolas" panose="020B0609020204030204" pitchFamily="49" charset="0"/>
              </a:rPr>
              <a:t>Iyad</a:t>
            </a:r>
            <a:r>
              <a:rPr lang="fr-FR" sz="2000" b="1" dirty="0">
                <a:latin typeface="Consolas" panose="020B0609020204030204" pitchFamily="49" charset="0"/>
              </a:rPr>
              <a:t> </a:t>
            </a:r>
            <a:r>
              <a:rPr lang="fr-FR" sz="2000" b="1" dirty="0" err="1">
                <a:latin typeface="Consolas" panose="020B0609020204030204" pitchFamily="49" charset="0"/>
              </a:rPr>
              <a:t>Kabel</a:t>
            </a:r>
            <a:endParaRPr lang="fr-FR" sz="2000" b="1" dirty="0">
              <a:latin typeface="Consolas" panose="020B0609020204030204" pitchFamily="49" charset="0"/>
            </a:endParaRPr>
          </a:p>
          <a:p>
            <a:pPr algn="l"/>
            <a:r>
              <a:rPr lang="fr-FR" sz="2000" b="1" dirty="0">
                <a:latin typeface="Consolas" panose="020B0609020204030204" pitchFamily="49" charset="0"/>
              </a:rPr>
              <a:t>GROUP MEMBERS 8 (APWP)</a:t>
            </a:r>
            <a:r>
              <a:rPr lang="tr-TR" sz="2000" b="1" dirty="0">
                <a:latin typeface="Consolas" panose="020B0609020204030204" pitchFamily="49" charset="0"/>
              </a:rPr>
              <a:t>:</a:t>
            </a:r>
            <a:r>
              <a:rPr lang="fr-FR" sz="2000" b="1" dirty="0">
                <a:latin typeface="Consolas" panose="020B0609020204030204" pitchFamily="49" charset="0"/>
              </a:rPr>
              <a:t> </a:t>
            </a:r>
            <a:r>
              <a:rPr lang="fr-FR" sz="2000" b="1" dirty="0" err="1">
                <a:latin typeface="Consolas" panose="020B0609020204030204" pitchFamily="49" charset="0"/>
              </a:rPr>
              <a:t>Iyad</a:t>
            </a:r>
            <a:r>
              <a:rPr lang="fr-FR" sz="2000" b="1" dirty="0">
                <a:latin typeface="Consolas" panose="020B0609020204030204" pitchFamily="49" charset="0"/>
              </a:rPr>
              <a:t> </a:t>
            </a:r>
            <a:r>
              <a:rPr lang="fr-FR" sz="2000" b="1" dirty="0" err="1">
                <a:latin typeface="Consolas" panose="020B0609020204030204" pitchFamily="49" charset="0"/>
              </a:rPr>
              <a:t>Kabel</a:t>
            </a:r>
            <a:r>
              <a:rPr lang="fr-FR" sz="2000" b="1" dirty="0">
                <a:latin typeface="Consolas" panose="020B0609020204030204" pitchFamily="49" charset="0"/>
              </a:rPr>
              <a:t>, Yousef </a:t>
            </a:r>
            <a:r>
              <a:rPr lang="fr-FR" sz="2000" b="1" dirty="0" err="1">
                <a:latin typeface="Consolas" panose="020B0609020204030204" pitchFamily="49" charset="0"/>
              </a:rPr>
              <a:t>Raiyan</a:t>
            </a:r>
            <a:r>
              <a:rPr lang="fr-FR" sz="2000" b="1" dirty="0">
                <a:latin typeface="Consolas" panose="020B0609020204030204" pitchFamily="49" charset="0"/>
              </a:rPr>
              <a:t>, Amro Jamal, Christ </a:t>
            </a:r>
            <a:r>
              <a:rPr lang="fr-FR" sz="2000" b="1" dirty="0" err="1">
                <a:latin typeface="Consolas" panose="020B0609020204030204" pitchFamily="49" charset="0"/>
              </a:rPr>
              <a:t>Barhith</a:t>
            </a:r>
            <a:r>
              <a:rPr lang="fr-FR" sz="2000" b="1" dirty="0">
                <a:latin typeface="Consolas" panose="020B0609020204030204" pitchFamily="49" charset="0"/>
              </a:rPr>
              <a:t>, </a:t>
            </a:r>
            <a:r>
              <a:rPr lang="fr-FR" sz="2000" b="1" dirty="0" err="1">
                <a:latin typeface="Consolas" panose="020B0609020204030204" pitchFamily="49" charset="0"/>
              </a:rPr>
              <a:t>Muzammal</a:t>
            </a:r>
            <a:r>
              <a:rPr lang="fr-FR" sz="2000" b="1" dirty="0">
                <a:latin typeface="Consolas" panose="020B0609020204030204" pitchFamily="49" charset="0"/>
              </a:rPr>
              <a:t> </a:t>
            </a:r>
            <a:r>
              <a:rPr lang="fr-FR" sz="2000" b="1" dirty="0" err="1">
                <a:latin typeface="Consolas" panose="020B0609020204030204" pitchFamily="49" charset="0"/>
              </a:rPr>
              <a:t>Yaquib</a:t>
            </a:r>
            <a:endParaRPr lang="tr-TR" sz="2000" b="1" dirty="0"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2013518" y="2584199"/>
            <a:ext cx="9077037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600" b="1" dirty="0">
                <a:solidFill>
                  <a:srgbClr val="003399"/>
                </a:solidFill>
                <a:latin typeface="Consolas" panose="020B0609020204030204" pitchFamily="49" charset="0"/>
              </a:rPr>
              <a:t>Istanbul Traffic Accidents </a:t>
            </a:r>
            <a:r>
              <a:rPr lang="fr-FR" sz="3600" b="1" dirty="0" err="1">
                <a:solidFill>
                  <a:srgbClr val="003399"/>
                </a:solidFill>
                <a:latin typeface="Consolas" panose="020B0609020204030204" pitchFamily="49" charset="0"/>
              </a:rPr>
              <a:t>Analysis</a:t>
            </a:r>
            <a:endParaRPr sz="3600" b="1" dirty="0">
              <a:solidFill>
                <a:srgbClr val="003399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2329873" y="3571657"/>
            <a:ext cx="7772400" cy="969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latin typeface="Consolas" panose="020B0609020204030204" pitchFamily="49" charset="0"/>
              </a:rPr>
              <a:t>Section One</a:t>
            </a:r>
            <a:endParaRPr sz="2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20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7966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Names and Images of the team </a:t>
            </a:r>
            <a:r>
              <a:rPr lang="fr-FR" sz="4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members</a:t>
            </a:r>
            <a:r>
              <a:rPr lang="fr-FR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sz="4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503057" y="1496580"/>
            <a:ext cx="2371435" cy="92796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Yousef 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Raiyan</a:t>
            </a:r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4920672" y="1496580"/>
            <a:ext cx="2371435" cy="92796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Amro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Jamal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7329051" y="1496580"/>
            <a:ext cx="2371435" cy="92796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Barhith</a:t>
            </a:r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9751288" y="1496580"/>
            <a:ext cx="1868058" cy="92796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Muzammal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Yaquib</a:t>
            </a:r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" y="2424546"/>
            <a:ext cx="2366814" cy="27940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293" y="2424547"/>
            <a:ext cx="2364507" cy="27940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287" y="2424547"/>
            <a:ext cx="2387604" cy="2794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5442" y="110838"/>
            <a:ext cx="11559301" cy="531090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692" y="2424546"/>
            <a:ext cx="1842653" cy="2794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436" y="2424546"/>
            <a:ext cx="2389907" cy="2794000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96986" y="1496580"/>
            <a:ext cx="2371435" cy="92796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Iyad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Kabel</a:t>
            </a:r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576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27" y="193964"/>
            <a:ext cx="11720946" cy="645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08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27" y="230909"/>
            <a:ext cx="117856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2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20073"/>
            <a:ext cx="11877963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57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18" y="120073"/>
            <a:ext cx="11831782" cy="653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48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9" y="157018"/>
            <a:ext cx="11730182" cy="655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84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09" y="101600"/>
            <a:ext cx="11951855" cy="645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3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147782"/>
            <a:ext cx="11961091" cy="660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50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73" y="157017"/>
            <a:ext cx="11896436" cy="646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16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3" y="101600"/>
            <a:ext cx="11979563" cy="661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16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10" y="166255"/>
            <a:ext cx="11924146" cy="662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03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5" y="110836"/>
            <a:ext cx="11924145" cy="664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51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09" y="138545"/>
            <a:ext cx="11924146" cy="658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5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157018"/>
            <a:ext cx="11961091" cy="659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75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6" y="166255"/>
            <a:ext cx="11877962" cy="669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49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927927" y="2650836"/>
            <a:ext cx="65947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552377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60</Words>
  <Application>Microsoft Office PowerPoint</Application>
  <PresentationFormat>Widescreen</PresentationFormat>
  <Paragraphs>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Thème Office</vt:lpstr>
      <vt:lpstr>PowerPoint Presentation</vt:lpstr>
      <vt:lpstr>PowerPoint Presentation</vt:lpstr>
      <vt:lpstr>Names and Images of the team members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اياد قابل</cp:lastModifiedBy>
  <cp:revision>12</cp:revision>
  <dcterms:created xsi:type="dcterms:W3CDTF">2025-12-28T16:14:20Z</dcterms:created>
  <dcterms:modified xsi:type="dcterms:W3CDTF">2026-01-06T06:32:10Z</dcterms:modified>
</cp:coreProperties>
</file>